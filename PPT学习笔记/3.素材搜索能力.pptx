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ng.com/" TargetMode="External"/><Relationship Id="rId2" Type="http://schemas.openxmlformats.org/officeDocument/2006/relationships/hyperlink" Target="http://www.pixabay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58pic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CB3A3-A8BC-4245-A3EC-955087EEC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这样思考，素材搜索能力百倍提升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0ED24E-CA76-44B0-B4CF-64AB6D788A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打破你的思维局限</a:t>
            </a:r>
          </a:p>
        </p:txBody>
      </p:sp>
    </p:spTree>
    <p:extLst>
      <p:ext uri="{BB962C8B-B14F-4D97-AF65-F5344CB8AC3E}">
        <p14:creationId xmlns:p14="http://schemas.microsoft.com/office/powerpoint/2010/main" val="191204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92FE76-A1E0-4ED6-ACBA-D296D3746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006"/>
            <a:ext cx="10515600" cy="5967957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资源下载网站</a:t>
            </a:r>
            <a:endParaRPr lang="en-US" altLang="zh-CN" sz="1600" dirty="0"/>
          </a:p>
          <a:p>
            <a:pPr lvl="1"/>
            <a:r>
              <a:rPr lang="en-US" altLang="zh-CN" sz="1600" dirty="0">
                <a:hlinkClick r:id="rId2"/>
              </a:rPr>
              <a:t>www.pixabay.com</a:t>
            </a:r>
            <a:endParaRPr lang="en-US" altLang="zh-CN" sz="1600" dirty="0"/>
          </a:p>
          <a:p>
            <a:pPr lvl="1"/>
            <a:r>
              <a:rPr lang="en-US" altLang="zh-CN" sz="1600" dirty="0">
                <a:hlinkClick r:id="rId3"/>
              </a:rPr>
              <a:t>www.bing.com</a:t>
            </a:r>
            <a:endParaRPr lang="en-US" altLang="zh-CN" sz="1600" dirty="0"/>
          </a:p>
          <a:p>
            <a:pPr lvl="1"/>
            <a:r>
              <a:rPr lang="zh-CN" altLang="en-US" sz="1600" dirty="0"/>
              <a:t>千图网</a:t>
            </a:r>
            <a:r>
              <a:rPr lang="en-US" altLang="zh-CN" sz="1600" dirty="0"/>
              <a:t> </a:t>
            </a:r>
            <a:r>
              <a:rPr lang="en-US" altLang="zh-CN" sz="1600" dirty="0">
                <a:hlinkClick r:id="rId4"/>
              </a:rPr>
              <a:t>www.58pic.com</a:t>
            </a:r>
            <a:endParaRPr lang="en-US" altLang="zh-CN" sz="1600" dirty="0"/>
          </a:p>
          <a:p>
            <a:pPr lvl="1"/>
            <a:r>
              <a:rPr lang="zh-CN" altLang="en-US" sz="1600" dirty="0"/>
              <a:t>模板王 </a:t>
            </a:r>
            <a:r>
              <a:rPr lang="en-US" altLang="zh-CN" sz="1600" dirty="0"/>
              <a:t>fonts.mobanwang.com</a:t>
            </a:r>
          </a:p>
          <a:p>
            <a:pPr lvl="1"/>
            <a:r>
              <a:rPr lang="en-US" altLang="zh-CN" sz="1600" dirty="0"/>
              <a:t>ICONFONT iconfont.cn</a:t>
            </a:r>
          </a:p>
          <a:p>
            <a:r>
              <a:rPr lang="zh-CN" altLang="en-US" sz="1600" dirty="0"/>
              <a:t>缺少</a:t>
            </a:r>
            <a:r>
              <a:rPr lang="zh-CN" altLang="en-US" sz="1600" dirty="0">
                <a:solidFill>
                  <a:srgbClr val="FF0000"/>
                </a:solidFill>
              </a:rPr>
              <a:t>搜索思维</a:t>
            </a:r>
            <a:r>
              <a:rPr lang="zh-CN" altLang="en-US" sz="1600" dirty="0"/>
              <a:t>，给你再多的网站也没有用</a:t>
            </a:r>
            <a:endParaRPr lang="en-US" altLang="zh-CN" sz="1600" dirty="0"/>
          </a:p>
          <a:p>
            <a:pPr lvl="1"/>
            <a:r>
              <a:rPr lang="zh-CN" altLang="en-US" sz="1600" dirty="0"/>
              <a:t>图片搜索练习：信号强大、</a:t>
            </a:r>
            <a:r>
              <a:rPr lang="en-US" altLang="zh-CN" sz="1600" dirty="0"/>
              <a:t>WIFI</a:t>
            </a:r>
            <a:r>
              <a:rPr lang="zh-CN" altLang="en-US" sz="1600" dirty="0"/>
              <a:t>、成功、勇敢</a:t>
            </a:r>
            <a:endParaRPr lang="en-US" altLang="zh-CN" sz="1600" dirty="0"/>
          </a:p>
          <a:p>
            <a:pPr lvl="2"/>
            <a:r>
              <a:rPr lang="zh-CN" altLang="en-US" sz="1200" dirty="0"/>
              <a:t>找联系，找到有联系的具体事物</a:t>
            </a:r>
          </a:p>
        </p:txBody>
      </p:sp>
    </p:spTree>
    <p:extLst>
      <p:ext uri="{BB962C8B-B14F-4D97-AF65-F5344CB8AC3E}">
        <p14:creationId xmlns:p14="http://schemas.microsoft.com/office/powerpoint/2010/main" val="3761353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78</Words>
  <Application>Microsoft Office PowerPoint</Application>
  <PresentationFormat>宽屏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主题</vt:lpstr>
      <vt:lpstr>这样思考，素材搜索能力百倍提升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这样思考，素材搜索能力百倍提升</dc:title>
  <dc:creator>OPO</dc:creator>
  <cp:lastModifiedBy>李 伟超</cp:lastModifiedBy>
  <cp:revision>16</cp:revision>
  <dcterms:created xsi:type="dcterms:W3CDTF">2020-02-24T08:24:50Z</dcterms:created>
  <dcterms:modified xsi:type="dcterms:W3CDTF">2020-02-24T09:24:27Z</dcterms:modified>
</cp:coreProperties>
</file>